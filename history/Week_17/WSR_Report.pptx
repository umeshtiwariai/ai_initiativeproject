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Smart Weekly Status Report V5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*   Achieved a key project go-live this week, increasing our delivered portfolio to 2 out of 15 active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*   Five projects are currently in UAT, with sign-off remaining a critical bottleneck due to internal and external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*   Three projects are significantly delayed (&gt;60 days), requiring immediate intervention to unblock critical path items.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*   A critical external dependency with UIDAI on new response tags is currently delaying UAT sign-off for a key initiative.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*   Our immediate focus is on resolving UAT sign-off blockers and accelerating progress on projects awaiting external confirmations.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Portfolio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 Live :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 Awaited :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16736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UAT :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934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Development :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0195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 UD :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 Hold :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8716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: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